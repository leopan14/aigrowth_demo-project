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AI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原生精准增长方案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什么是</a:t>
            </a:r>
            <a:r>
              <a:rPr lang="en-US" altLang="zh-CN"/>
              <a:t>AI </a:t>
            </a:r>
            <a:r>
              <a:rPr lang="en-US" altLang="zh-CN"/>
              <a:t>native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348" y="1535430"/>
            <a:ext cx="5132705" cy="523185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业务</a:t>
            </a:r>
            <a:r>
              <a:rPr lang="zh-CN" altLang="en-US"/>
              <a:t>分层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产品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数据流转</a:t>
            </a:r>
            <a:r>
              <a:rPr lang="en-US" altLang="zh-CN"/>
              <a:t>-plan</a:t>
            </a:r>
            <a:r>
              <a:rPr lang="en-US" altLang="zh-CN"/>
              <a:t>ner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岗位</a:t>
            </a:r>
            <a:r>
              <a:rPr lang="zh-CN" altLang="en-US"/>
              <a:t>职责</a:t>
            </a:r>
            <a:endParaRPr lang="zh-CN" altLang="en-US"/>
          </a:p>
          <a:p>
            <a:r>
              <a:rPr lang="zh-CN" altLang="en-US"/>
              <a:t>任务</a:t>
            </a:r>
            <a:r>
              <a:rPr lang="zh-CN" altLang="en-US"/>
              <a:t>目标</a:t>
            </a:r>
            <a:endParaRPr lang="zh-CN" altLang="en-US"/>
          </a:p>
          <a:p>
            <a:r>
              <a:rPr lang="en-US" altLang="zh-CN"/>
              <a:t>o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kr</a:t>
            </a:r>
            <a:r>
              <a:rPr lang="zh-CN" altLang="en-US"/>
              <a:t>：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WPS Office WWO_dingtalk_20240221035043-c523bba0e7</Application>
  <PresentationFormat>宽屏</PresentationFormat>
  <Paragraphs>15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Kingsoft Confetti</vt:lpstr>
      <vt:lpstr>微软雅黑</vt:lpstr>
      <vt:lpstr>汉仪旗黑KW 55S</vt:lpstr>
      <vt:lpstr>汉仪书宋二KW</vt:lpstr>
      <vt:lpstr>苹方-简</vt:lpstr>
      <vt:lpstr>宋体</vt:lpstr>
      <vt:lpstr>WPS</vt:lpstr>
      <vt:lpstr>AI原生精准增长方案</vt:lpstr>
      <vt:lpstr>什么是AI native</vt:lpstr>
      <vt:lpstr>业务分层</vt:lpstr>
      <vt:lpstr>产品方案</vt:lpstr>
      <vt:lpstr>数据流转-planner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AI原生精准增长方案</dc:title>
  <dc:creator/>
  <cp:lastModifiedBy>张十堰</cp:lastModifiedBy>
  <dcterms:created xsi:type="dcterms:W3CDTF">2026-05-08T07:55:49Z</dcterms:created>
  <dcterms:modified xsi:type="dcterms:W3CDTF">2026-05-08T07:55:49Z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0648CB52417194EFD77DFD6963172FA0_41</vt:lpwstr>
  </property>
</Properties>
</file>